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4E334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28282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 ·  SALES ENABLEMENT DECK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Odoo Diet Management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feature reference — and how it elevates Freshhouse's subscription business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800600"/>
            <a:ext cx="2926080" cy="0"/>
          </a:xfrm>
          <a:prstGeom prst="line">
            <a:avLst/>
          </a:prstGeom>
          <a:noFill/>
          <a:ln w="12700">
            <a:solidFill>
              <a:srgbClr val="4444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983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</a:t>
            </a:r>
            <a:pPr indent="0" marL="0">
              <a:buNone/>
            </a:pPr>
            <a:r>
              <a:rPr lang="en-US" sz="1300" spc="100" kern="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spc="1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Odoo Sync</a:t>
            </a:r>
            <a:pPr indent="0" marL="0">
              <a:buNone/>
            </a:pPr>
            <a:r>
              <a:rPr lang="en-US" sz="1300" spc="100" kern="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spc="1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4864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screens  ·  8 Odoo report types  ·  7 access-rights areas  ·  Customer App + Driver App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Code-Ox Technologies for the Sales Team  ·  Riyadh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Freshhouse, At a Glance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55064"/>
            <a:ext cx="91440" cy="91440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527048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meal-subscription app — Riyadh-based, bilingual Arabic/English, live in production today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441448"/>
            <a:ext cx="91440" cy="91440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313432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subscription plans already built: Lifestyle, FreshFit (customizable), High Protein, Flex (points/cashback)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27832"/>
            <a:ext cx="91440" cy="91440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3099816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Gram-level meal customization and allergy/dislike filtering already live in the subscribe flow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14216"/>
            <a:ext cx="91440" cy="91440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88620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support chat and a dietitian-booking feature already exist in the product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91440" cy="91440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4672584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ERP: Odoo — the same platform this entire system is built 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52360" y="1600200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1C1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7818120" y="1965960"/>
            <a:ext cx="731520" cy="731520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6" name="Image 0" descr="/tmp/claude-0/-home-claude/76cc79c9-98c1-5057-ae01-9a291e2e4661/scratchpad/freshhouse_dec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3218" y="2061058"/>
            <a:ext cx="541325" cy="54132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818120" y="2880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818120" y="31546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already run Odoo.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818120" y="39776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rip-and-replace pitch. It's a direct extension of the system Freshhouse already runs and already trusts — no new ERP to adopt, no new platform for their team to learn.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818120" y="5303520"/>
            <a:ext cx="3383280" cy="0"/>
          </a:xfrm>
          <a:prstGeom prst="line">
            <a:avLst/>
          </a:prstGeom>
          <a:noFill/>
          <a:ln w="12700">
            <a:solidFill>
              <a:srgbClr val="3A3A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0" y="5440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ERP migration risk.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OUR LIVE APP AUDIT — TODAY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Strong Product, Hidden Behind One Wall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2ECF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17904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4E3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 one of Freshhouse's best features — real pricing, plan variety, the dietitian, the support chat — sits behind a mandatory sign-up with zero preview. The product isn't the problem. The funnel is.”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5212080" cy="3429000"/>
          </a:xfrm>
          <a:prstGeom prst="roundRect">
            <a:avLst>
              <a:gd name="adj" fmla="val 2133"/>
            </a:avLst>
          </a:prstGeom>
          <a:solidFill>
            <a:srgbClr val="EAF1EC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907792"/>
            <a:ext cx="457200" cy="457200"/>
          </a:xfrm>
          <a:prstGeom prst="ellipse">
            <a:avLst/>
          </a:prstGeom>
          <a:solidFill>
            <a:srgbClr val="3C6E52"/>
          </a:solidFill>
          <a:ln/>
        </p:spPr>
      </p:sp>
      <p:pic>
        <p:nvPicPr>
          <p:cNvPr id="8" name="Image 0" descr="/tmp/claude-0/-home-claude/76cc79c9-98c1-5057-ae01-9a291e2e4661/scratchpad/freshhouse_deck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967228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94436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6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already working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3520440"/>
            <a:ext cx="4663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real subscription plans (Lifestyle, FreshFit, High Protein, Flex) — not flat tiers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Gram-level meal customization and a real allergy/dislike filter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dietitian-booking feature with named branches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support chat with text, voice notes and attachments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pricing transparency and a loyalty layer — once logged in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calendar browsing with per-meal macros on the card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09360" y="2651760"/>
            <a:ext cx="5212080" cy="3429000"/>
          </a:xfrm>
          <a:prstGeom prst="roundRect">
            <a:avLst>
              <a:gd name="adj" fmla="val 2133"/>
            </a:avLst>
          </a:prstGeom>
          <a:solidFill>
            <a:srgbClr val="F6E9E6"/>
          </a:solidFill>
          <a:ln/>
        </p:spPr>
      </p:sp>
      <p:sp>
        <p:nvSpPr>
          <p:cNvPr id="12" name="Shape 9"/>
          <p:cNvSpPr/>
          <p:nvPr/>
        </p:nvSpPr>
        <p:spPr>
          <a:xfrm>
            <a:off x="6565392" y="2907792"/>
            <a:ext cx="457200" cy="457200"/>
          </a:xfrm>
          <a:prstGeom prst="ellipse">
            <a:avLst/>
          </a:prstGeom>
          <a:solidFill>
            <a:srgbClr val="A85142"/>
          </a:solidFill>
          <a:ln/>
        </p:spPr>
      </p:sp>
      <p:pic>
        <p:nvPicPr>
          <p:cNvPr id="13" name="Image 1" descr="/tmp/claude-0/-home-claude/76cc79c9-98c1-5057-ae01-9a291e2e4661/scratchpad/freshhouse_deck/icons/alert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828" y="2967228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294436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1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costing them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65392" y="3520440"/>
            <a:ext cx="4663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preview — guests see none of the above (no price, no plan comparison)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Login screen is a dead end — its back arrow doesn't return to the menu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live promo codes, two different discounts (23% vs 13%)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promo pop-up fired 5+ times in one session — even mid-checkout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Order data doesn't match the dietitian-booking branch data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dashboard — the ops team has no visibility into what's happening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Problems. One System Fixes All of Them.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D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154680" y="1764792"/>
            <a:ext cx="566928" cy="566928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6" name="Image 0" descr="/tmp/claude-0/-home-claude/76cc79c9-98c1-5057-ae01-9a291e2e4661/scratchpad/freshhouse_deck/icons/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8381" y="1838493"/>
            <a:ext cx="419527" cy="41952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514600"/>
            <a:ext cx="3429000" cy="0"/>
          </a:xfrm>
          <a:prstGeom prst="line">
            <a:avLst/>
          </a:prstGeom>
          <a:noFill/>
          <a:ln w="15875">
            <a:solidFill>
              <a:srgbClr val="E4E2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6517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engagement, hidden product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0080" y="3264408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have no reason to open the app before they buy — and guests can't see the strong product that's already built.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361688" y="16916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D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6876288" y="1764792"/>
            <a:ext cx="566928" cy="566928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2" name="Image 1" descr="/tmp/claude-0/-home-claude/76cc79c9-98c1-5057-ae01-9a291e2e4661/scratchpad/freshhouse_deck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989" y="1838493"/>
            <a:ext cx="419527" cy="41952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61688" y="2514600"/>
            <a:ext cx="3429000" cy="0"/>
          </a:xfrm>
          <a:prstGeom prst="line">
            <a:avLst/>
          </a:prstGeom>
          <a:noFill/>
          <a:ln w="15875">
            <a:solidFill>
              <a:srgbClr val="E4E2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361688" y="26517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disconnected operations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361688" y="3264408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promo codes, mismatched branch data between Outlet Order and dietitian booking — symptoms of no single source of truth.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083296" y="16916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D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Shape 13"/>
          <p:cNvSpPr/>
          <p:nvPr/>
        </p:nvSpPr>
        <p:spPr>
          <a:xfrm>
            <a:off x="10597896" y="1764792"/>
            <a:ext cx="566928" cy="566928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8" name="Image 2" descr="/tmp/claude-0/-home-claude/76cc79c9-98c1-5057-ae01-9a291e2e4661/scratchpad/freshhouse_deck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597" y="1838493"/>
            <a:ext cx="419527" cy="419527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083296" y="2514600"/>
            <a:ext cx="3429000" cy="0"/>
          </a:xfrm>
          <a:prstGeom prst="line">
            <a:avLst/>
          </a:prstGeom>
          <a:noFill/>
          <a:ln w="15875">
            <a:solidFill>
              <a:srgbClr val="E4E2E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083296" y="26517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visibility for the team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083296" y="3264408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dashboard for deliveries, sales, or complaints. Problems get discovered from a customer, not from a screen.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4709160"/>
            <a:ext cx="10881360" cy="530352"/>
          </a:xfrm>
          <a:prstGeom prst="roundRect">
            <a:avLst>
              <a:gd name="adj" fmla="val 10345"/>
            </a:avLst>
          </a:prstGeom>
          <a:solidFill>
            <a:srgbClr val="1C1C1E"/>
          </a:solidFill>
          <a:ln/>
        </p:spPr>
      </p:sp>
      <p:sp>
        <p:nvSpPr>
          <p:cNvPr id="23" name="Text 18"/>
          <p:cNvSpPr/>
          <p:nvPr/>
        </p:nvSpPr>
        <p:spPr>
          <a:xfrm>
            <a:off x="868680" y="4709160"/>
            <a:ext cx="10424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exact problems the Odoo Diet Management System was purpose-built to solve.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40080" y="5532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40080" y="58064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feature set — Odoo backend, Customer App, Driver App — in full detail, so any rep can answer any question in the room.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Connected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  ⇄  Odoo Backend  ⇄  Driver App — every action flows live, in both directions, with zero manual entry.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2834640" cy="1737360"/>
          </a:xfrm>
          <a:prstGeom prst="roundRect">
            <a:avLst>
              <a:gd name="adj" fmla="val 4737"/>
            </a:avLst>
          </a:prstGeom>
          <a:solidFill>
            <a:srgbClr val="28282C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93392" y="2999232"/>
            <a:ext cx="502920" cy="502920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7" name="Image 0" descr="/tmp/claude-0/-home-claude/76cc79c9-98c1-5057-ae01-9a291e2e4661/scratchpad/freshhouse_deck/icons/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772" y="3064612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11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App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A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screens, all synced live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2423160"/>
            <a:ext cx="3044952" cy="2377440"/>
          </a:xfrm>
          <a:prstGeom prst="roundRect">
            <a:avLst>
              <a:gd name="adj" fmla="val 3462"/>
            </a:avLst>
          </a:prstGeom>
          <a:solidFill>
            <a:srgbClr val="714B67"/>
          </a:solidFill>
          <a:ln w="19050">
            <a:solidFill>
              <a:srgbClr val="B891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29884" y="2697480"/>
            <a:ext cx="548640" cy="548640"/>
          </a:xfrm>
          <a:prstGeom prst="ellipse">
            <a:avLst/>
          </a:prstGeom>
          <a:solidFill>
            <a:srgbClr val="1C1C1E"/>
          </a:solidFill>
          <a:ln/>
        </p:spPr>
      </p:sp>
      <p:pic>
        <p:nvPicPr>
          <p:cNvPr id="12" name="Image 1" descr="/tmp/claude-0/-home-claude/76cc79c9-98c1-5057-ae01-9a291e2e4661/scratchpad/freshhouse_deck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207" y="276880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3375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Odoo Backend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0" y="3730752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0" y="411480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A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Freshhouse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EA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runs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531352" y="2743200"/>
            <a:ext cx="2834640" cy="1737360"/>
          </a:xfrm>
          <a:prstGeom prst="roundRect">
            <a:avLst>
              <a:gd name="adj" fmla="val 4737"/>
            </a:avLst>
          </a:prstGeom>
          <a:solidFill>
            <a:srgbClr val="28282C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701784" y="2999232"/>
            <a:ext cx="502920" cy="502920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8" name="Image 2" descr="/tmp/claude-0/-home-claude/76cc79c9-98c1-5057-ae01-9a291e2e4661/scratchpad/freshhouse_deck/icons/tru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164" y="3064612"/>
            <a:ext cx="372161" cy="3721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31352" y="3611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App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531352" y="3977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A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delivery status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3657600" y="32461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7616952" y="32461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1188720" y="5349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9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screens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1188720" y="58704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A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synced to Odoo live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72000" y="5349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9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sec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4572000" y="58704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A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onboarding time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7955280" y="5349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9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8" name="Text 23"/>
          <p:cNvSpPr/>
          <p:nvPr/>
        </p:nvSpPr>
        <p:spPr>
          <a:xfrm>
            <a:off x="7955280" y="58704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A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entries needed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BACKEND  ·  COMMAND CENTRE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Everything, the Moment It Happens</a:t>
            </a:r>
            <a:endParaRPr lang="en-US" sz="2700" dirty="0"/>
          </a:p>
        </p:txBody>
      </p:sp>
      <p:pic>
        <p:nvPicPr>
          <p:cNvPr id="4" name="Image 0" descr="/tmp/claude-0/-home-claude/76cc79c9-98c1-5057-ae01-9a291e2e4661/scratchpad/freshhouse_deck/crops/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6309360" cy="3823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417320"/>
            <a:ext cx="6309360" cy="3823472"/>
          </a:xfrm>
          <a:prstGeom prst="roundRect">
            <a:avLst>
              <a:gd name="adj" fmla="val 957"/>
            </a:avLst>
          </a:prstGeom>
          <a:ln w="12700">
            <a:solidFill>
              <a:srgbClr val="E4E2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69480" y="141732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14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25,826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269480" y="187452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synced live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269480" y="22585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14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1,841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269480" y="271576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paying customers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269480" y="309981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14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269480" y="3557016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 sign-ups today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269480" y="394106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14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269480" y="4398264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converted today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269480" y="4828032"/>
            <a:ext cx="4251960" cy="0"/>
          </a:xfrm>
          <a:prstGeom prst="line">
            <a:avLst/>
          </a:prstGeom>
          <a:noFill/>
          <a:ln w="12700">
            <a:solidFill>
              <a:srgbClr val="E4E2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69480" y="5010912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subscription, delivery, and rating appears here the instant it happens — no refresh, no spreadsheet to check. This is the dashboard Freshhouse's ops team doesn't have today.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BACKEND  ·  CUSTOMER RECORDS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Customer. Fully Tracked.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customer fills in their profile on the app, it syncs to Odoo instantly. No copy-paste. No manual entry.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6" name="Image 0" descr="/tmp/claude-0/-home-claude/76cc79c9-98c1-5057-ae01-9a291e2e4661/scratchpad/freshhouse_deck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8882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1938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AUTO-SYNCED FROM THE APP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423160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Synced from app registration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address, GPS — entered once in the app, stored forever in Odoo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40080" y="3081528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From the app onboarding flow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allergies, vegetarian flag — set in app, tracked in Odoo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640080" y="3739896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order placed in the app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subscriptions appear in Odoo instantly, with plan, price and promo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640080" y="4398264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Set in app, respected in every meal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in app → Odoo excludes that ingredient from the customer's meals forever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6309360" y="242316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Uploaded via app or admin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documents from app or admin — stored in one place, always accessible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6309360" y="3081528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Pulled from app calendar choices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sets Home/Office + Morning/Evening in app → Odoo schedules the driver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6309360" y="3739896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Booked in app, logged in Odoo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Dietitian sessions booked from the app appear in the Odoo customer record instantly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6309360" y="4398264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Long-term data from the app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tracking, referral source, partner data — all from app interactions, auto-logged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BACKEND  ·  SUBSCRIPTIONS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Subscriptions That Run Themselves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subscribes in the app → the subscription appears in Odoo instantly. Plan details, macros, promo codes, delivery days — all auto-filled. Your team doesn't touch a single field.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6" name="Image 0" descr="/tmp/claude-0/-home-claude/76cc79c9-98c1-5057-ae01-9a291e2e4661/scratchpad/freshhouse_deck/icons/credit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202539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20756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ENTRY REQUIRED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560320"/>
            <a:ext cx="53949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Auto-created on app checkout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complete in app → Odoo subscription record created automatically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40080" y="3346704"/>
            <a:ext cx="53949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Duration chosen in app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1-week, 2-week or monthly — picked in app, captured in Odoo immediately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640080" y="4133088"/>
            <a:ext cx="53949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Set by customer in app checkout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Customer's delivery day selection from app checkout flows directly into Odoo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6309360" y="2560320"/>
            <a:ext cx="52120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Calculated from app plan choice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 auto-calculated from the plan the customer selected — no manual input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6309360" y="3346704"/>
            <a:ext cx="52120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From app checkout, automatically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pricing — promo discounts, add-ons and 15% VAT all included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6309360" y="4133088"/>
            <a:ext cx="52120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Applied in app, validated in Odoo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codes entered in app are verified in Odoo in real time — zero double-entry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640080" y="52578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525780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in app, tracked in Odoo:  </a:t>
            </a:r>
            <a:pPr indent="0" marL="0">
              <a:buNone/>
            </a:pPr>
            <a:r>
              <a:rPr lang="en-US" sz="11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points earned in-app are tracked in Odoo and deducted automatically at checkout.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BACKEND  ·  PLANS &amp; PRICING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 That Sell Themselves</a:t>
            </a:r>
            <a:endParaRPr lang="en-US" sz="2700" dirty="0"/>
          </a:p>
        </p:txBody>
      </p:sp>
      <p:pic>
        <p:nvPicPr>
          <p:cNvPr id="4" name="Image 0" descr="/tmp/claude-0/-home-claude/76cc79c9-98c1-5057-ae01-9a291e2e4661/scratchpad/freshhouse_deck/crops/pla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4572000" cy="29809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54480"/>
            <a:ext cx="4572000" cy="2980944"/>
          </a:xfrm>
          <a:prstGeom prst="roundRect">
            <a:avLst/>
          </a:prstGeom>
          <a:ln w="12700">
            <a:solidFill>
              <a:srgbClr val="E4E2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67258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plan in Odoo — it appears in the app instantly. No developer. No app update. No delay.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32120" y="1600200"/>
            <a:ext cx="5989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Live in app in both languages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plan name in Odoo → updates in the app immediately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5532120" y="2240280"/>
            <a:ext cx="5989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Displayed as bars in the app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macros in Odoo → customers see the protein/carb/fat breakdown live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5532120" y="2880360"/>
            <a:ext cx="5989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Customers see this in the app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 x1, Lunch x2, Salad x1 — defined in Odoo, shown transparently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5532120" y="3520440"/>
            <a:ext cx="5989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Prices update in app immediately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sale → update price in Odoo → app shows new price + strike-through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5532120" y="4160520"/>
            <a:ext cx="5989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Controls what customers can select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available days in Odoo → customers can only choose those days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5532120" y="4800600"/>
            <a:ext cx="5989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click activates in app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checkbox in Odoo → a Ramadan plan activates across the entire app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5532120" y="5440680"/>
            <a:ext cx="5989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Fallback if a plan is unavailable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primary plan sells out, Odoo automatically offers the fallback plan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BACKEND  ·  OPERATIONS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That Run on Autopilot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an ingredient as an allergen in Odoo — hidden instantly from any app customer who flagged that allergy. Assign a driver to a zone — their app loads only their orders. Automatically.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48640" cy="548640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6" name="Image 0" descr="/tmp/claude-0/-home-claude/76cc79c9-98c1-5057-ae01-9a291e2e4661/scratchpad/freshhouse_deck/icons/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" y="222016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22199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Ingredient Record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Catalogued in Odoo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in meal records across the full system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40080" y="3584448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Categories feed the kitchen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into kitchen prep workflow and nutritional reporting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640080" y="4242816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Flagged ingredients route automatically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the correct prep station automatically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640080" y="4901184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Marked here, hidden in the app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 the app for any customer who flagged this allergy at sign-up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6309360" y="2148840"/>
            <a:ext cx="548640" cy="54864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13" name="Image 1" descr="/tmp/claude-0/-home-claude/76cc79c9-98c1-5057-ae01-9a291e2e4661/scratchpad/freshhouse_deck/icons/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683" y="2220163"/>
            <a:ext cx="405994" cy="4059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222199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Profile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309360" y="292608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Registered here, used to log in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use these credentials to log into the Driver App</a:t>
            </a:r>
            <a:endParaRPr lang="en-US" sz="1080" dirty="0"/>
          </a:p>
        </p:txBody>
      </p:sp>
      <p:sp>
        <p:nvSpPr>
          <p:cNvPr id="16" name="Text 12"/>
          <p:cNvSpPr/>
          <p:nvPr/>
        </p:nvSpPr>
        <p:spPr>
          <a:xfrm>
            <a:off x="6309360" y="3584448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Shifts set in Odoo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which orders the driver sees in their app each day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6309360" y="4242816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Zone assigned here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 shows only that zone's orders automatically</a:t>
            </a:r>
            <a:endParaRPr lang="en-US" sz="1080" dirty="0"/>
          </a:p>
        </p:txBody>
      </p:sp>
      <p:sp>
        <p:nvSpPr>
          <p:cNvPr id="18" name="Text 14"/>
          <p:cNvSpPr/>
          <p:nvPr/>
        </p:nvSpPr>
        <p:spPr>
          <a:xfrm>
            <a:off x="6309360" y="4901184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Export or reset without code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daily order lists or reset Driver App passwords, no app code needed</a:t>
            </a:r>
            <a:endParaRPr lang="en-US" sz="1080" dirty="0"/>
          </a:p>
        </p:txBody>
      </p:sp>
      <p:sp>
        <p:nvSpPr>
          <p:cNvPr id="19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BACKEND  ·  DELIVERY OPERATIONS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 On Time. Every Time.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 are the #1 reason customers cancel. Configure precise windows per district in Odoo — the system routes each driver to the right area, on the right time, automatically.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6" name="Image 0" descr="/tmp/claude-0/-home-claude/76cc79c9-98c1-5057-ae01-9a291e2e4661/scratchpad/freshhouse_deck/icons/navig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21685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1579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Districts List — All Zones, Cities &amp; Windows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Bilingual district data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name, zone number and city classification, in Arabic and English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Morning &amp; evening windows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 district — every district carries its own delivery time windows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309360" y="2103120"/>
            <a:ext cx="502920" cy="50292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11" name="Image 1" descr="/tmp/claude-0/-home-claude/76cc79c9-98c1-5057-ae01-9a291e2e4661/scratchpad/freshhouse_deck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740" y="216850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21579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District Detail — e.g. Al Andalus, Riyadh East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309360" y="28803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Default shift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Evening Delivery, 03:00 PM – 04:00 PM, per district</a:t>
            </a:r>
            <a:endParaRPr lang="en-US" sz="1080" dirty="0"/>
          </a:p>
        </p:txBody>
      </p:sp>
      <p:sp>
        <p:nvSpPr>
          <p:cNvPr id="14" name="Text 10"/>
          <p:cNvSpPr/>
          <p:nvPr/>
        </p:nvSpPr>
        <p:spPr>
          <a:xfrm>
            <a:off x="6309360" y="34290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Morning window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05:30 AM – 12:00 PM</a:t>
            </a:r>
            <a:endParaRPr lang="en-US" sz="1080" dirty="0"/>
          </a:p>
        </p:txBody>
      </p:sp>
      <p:sp>
        <p:nvSpPr>
          <p:cNvPr id="15" name="Text 11"/>
          <p:cNvSpPr/>
          <p:nvPr/>
        </p:nvSpPr>
        <p:spPr>
          <a:xfrm>
            <a:off x="6309360" y="39776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Evening window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03:00 PM – 04:00 PM</a:t>
            </a:r>
            <a:endParaRPr lang="en-US" sz="1080" dirty="0"/>
          </a:p>
        </p:txBody>
      </p:sp>
      <p:sp>
        <p:nvSpPr>
          <p:cNvPr id="16" name="Text 12"/>
          <p:cNvSpPr/>
          <p:nvPr/>
        </p:nvSpPr>
        <p:spPr>
          <a:xfrm>
            <a:off x="6309360" y="45262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Streets &amp; drivers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specific streets and drivers per shift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6E9E6"/>
          </a:solidFill>
          <a:ln/>
        </p:spPr>
      </p:sp>
      <p:sp>
        <p:nvSpPr>
          <p:cNvPr id="18" name="Text 14"/>
          <p:cNvSpPr/>
          <p:nvPr/>
        </p:nvSpPr>
        <p:spPr>
          <a:xfrm>
            <a:off x="868680" y="55321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A8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today's audit: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Order shows “no branches available” while the dietitian-booking flow lists real branches in the same app — one district/branch data source fixes this for good.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BACKEND  ·  RE-ENGAGE · CONVERT · RETAIN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Clean Promo Engine. No More Conflicting Codes.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5" name="Image 0" descr="/tmp/claude-0/-home-claude/76cc79c9-98c1-5057-ae01-9a291e2e4661/scratchpad/freshhouse_deck/icons/g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66558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550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 Code Configuration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Fixed or percentage discount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fixed amount or percentage discount on any subscription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640080" y="2944368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Usage limits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usage per customer, or make it universal for all customers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40080" y="3602736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Expiry tracking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expiry date and track how many times the code was used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640080" y="4261104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Governed lifecycle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Active → Expired — one source of truth, no conflicting live codes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309360" y="1600200"/>
            <a:ext cx="502920" cy="502920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2" name="Image 1" descr="/tmp/claude-0/-home-claude/76cc79c9-98c1-5057-ae01-9a291e2e4661/scratchpad/freshhouse_deck/icons/b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740" y="166558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16550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Notification Composer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309360" y="228600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Precise targeting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all customers, a specific gender segment, or search by name</a:t>
            </a:r>
            <a:endParaRPr lang="en-US" sz="1080" dirty="0"/>
          </a:p>
        </p:txBody>
      </p:sp>
      <p:sp>
        <p:nvSpPr>
          <p:cNvPr id="15" name="Text 11"/>
          <p:cNvSpPr/>
          <p:nvPr/>
        </p:nvSpPr>
        <p:spPr>
          <a:xfrm>
            <a:off x="6309360" y="2944368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Bilingual composition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title and description — supports English &amp; Arabic first-name placeholders</a:t>
            </a:r>
            <a:endParaRPr lang="en-US" sz="1080" dirty="0"/>
          </a:p>
        </p:txBody>
      </p:sp>
      <p:sp>
        <p:nvSpPr>
          <p:cNvPr id="16" name="Text 12"/>
          <p:cNvSpPr/>
          <p:nvPr/>
        </p:nvSpPr>
        <p:spPr>
          <a:xfrm>
            <a:off x="6309360" y="3602736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Rich media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notification image for rich push notifications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6309360" y="4261104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Delivery tracking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delivery response and SMS response per notification sent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F6E9E6"/>
          </a:solidFill>
          <a:ln/>
        </p:spPr>
      </p:sp>
      <p:sp>
        <p:nvSpPr>
          <p:cNvPr id="19" name="Text 15"/>
          <p:cNvSpPr/>
          <p:nvPr/>
        </p:nvSpPr>
        <p:spPr>
          <a:xfrm>
            <a:off x="868680" y="52578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A8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today's audit: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Freshhouse's guest flow currently runs two different live promo codes advertising two different discounts (23% vs 13%), and the same promo pop-up fired five separate times in one session. This system replaces both with one governed engine.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BACKEND  ·  TEAM &amp; ACCESS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Team. Their Role. Their View.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ops team deliveries. Give finance invoices. Give support the customer profiles. Nobody sees what they shouldn't — and nobody misses what they need to do their job.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617470" cy="2011680"/>
          </a:xfrm>
          <a:prstGeom prst="roundRect">
            <a:avLst>
              <a:gd name="adj" fmla="val 3182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420624" cy="420624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7" name="Image 0" descr="/tmp/claude-0/-home-claude/76cc79c9-98c1-5057-ae01-9a291e2e4661/scratchpad/freshhouse_deck/icons/brief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641" y="2294961"/>
            <a:ext cx="311262" cy="311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770632"/>
            <a:ext cx="2251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administration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264408"/>
            <a:ext cx="225171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customer orders, subscriptions and sales reports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394710" y="2057400"/>
            <a:ext cx="2617470" cy="2011680"/>
          </a:xfrm>
          <a:prstGeom prst="roundRect">
            <a:avLst>
              <a:gd name="adj" fmla="val 3182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77590" y="2240280"/>
            <a:ext cx="420624" cy="420624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2" name="Image 1" descr="/tmp/claude-0/-home-claude/76cc79c9-98c1-5057-ae01-9a291e2e4661/scratchpad/freshhouse_deck/icons/credit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271" y="2294961"/>
            <a:ext cx="311262" cy="3112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7590" y="2770632"/>
            <a:ext cx="2251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Invoicing &amp; billing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77590" y="3264408"/>
            <a:ext cx="225171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invoices, payments and all financial transaction records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6149340" y="2057400"/>
            <a:ext cx="2617470" cy="2011680"/>
          </a:xfrm>
          <a:prstGeom prst="roundRect">
            <a:avLst>
              <a:gd name="adj" fmla="val 3182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32220" y="2240280"/>
            <a:ext cx="420624" cy="420624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7" name="Image 2" descr="/tmp/claude-0/-home-claude/76cc79c9-98c1-5057-ae01-9a291e2e4661/scratchpad/freshhouse_deck/icons/pack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901" y="2294961"/>
            <a:ext cx="311262" cy="3112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32220" y="2770632"/>
            <a:ext cx="2251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&amp; purchasing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32220" y="3264408"/>
            <a:ext cx="225171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ingredient stock levels, purchase orders and supplier records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8903970" y="2057400"/>
            <a:ext cx="2617470" cy="2011680"/>
          </a:xfrm>
          <a:prstGeom prst="roundRect">
            <a:avLst>
              <a:gd name="adj" fmla="val 3182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086850" y="2240280"/>
            <a:ext cx="420624" cy="420624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22" name="Image 3" descr="/tmp/claude-0/-home-claude/76cc79c9-98c1-5057-ae01-9a291e2e4661/scratchpad/freshhouse_deck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1531" y="2294961"/>
            <a:ext cx="311262" cy="3112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86850" y="2770632"/>
            <a:ext cx="2251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&amp; employee management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086850" y="3264408"/>
            <a:ext cx="225171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manage staff profiles, job roles and shift assignments</a:t>
            </a:r>
            <a:endParaRPr lang="en-US" sz="930" dirty="0"/>
          </a:p>
        </p:txBody>
      </p:sp>
      <p:sp>
        <p:nvSpPr>
          <p:cNvPr id="25" name="Shape 19"/>
          <p:cNvSpPr/>
          <p:nvPr/>
        </p:nvSpPr>
        <p:spPr>
          <a:xfrm>
            <a:off x="640080" y="4233672"/>
            <a:ext cx="2617470" cy="2011680"/>
          </a:xfrm>
          <a:prstGeom prst="roundRect">
            <a:avLst>
              <a:gd name="adj" fmla="val 3182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2960" y="4416552"/>
            <a:ext cx="420624" cy="420624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27" name="Image 4" descr="/tmp/claude-0/-home-claude/76cc79c9-98c1-5057-ae01-9a291e2e4661/scratchpad/freshhouse_deck/icon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641" y="4471233"/>
            <a:ext cx="311262" cy="31126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2960" y="4946904"/>
            <a:ext cx="2251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shift rights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22960" y="5440680"/>
            <a:ext cx="225171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to edit and reassign delivery shifts for any customer</a:t>
            </a:r>
            <a:endParaRPr lang="en-US" sz="930" dirty="0"/>
          </a:p>
        </p:txBody>
      </p:sp>
      <p:sp>
        <p:nvSpPr>
          <p:cNvPr id="30" name="Shape 23"/>
          <p:cNvSpPr/>
          <p:nvPr/>
        </p:nvSpPr>
        <p:spPr>
          <a:xfrm>
            <a:off x="3394710" y="4233672"/>
            <a:ext cx="2617470" cy="2011680"/>
          </a:xfrm>
          <a:prstGeom prst="roundRect">
            <a:avLst>
              <a:gd name="adj" fmla="val 3182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577590" y="4416552"/>
            <a:ext cx="420624" cy="420624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32" name="Image 5" descr="/tmp/claude-0/-home-claude/76cc79c9-98c1-5057-ae01-9a291e2e4661/scratchpad/freshhouse_deck/icons/refres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2271" y="4471233"/>
            <a:ext cx="311262" cy="31126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77590" y="4946904"/>
            <a:ext cx="2251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management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3577590" y="5440680"/>
            <a:ext cx="225171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freeze and renew customer meal subscriptions</a:t>
            </a:r>
            <a:endParaRPr lang="en-US" sz="930" dirty="0"/>
          </a:p>
        </p:txBody>
      </p:sp>
      <p:sp>
        <p:nvSpPr>
          <p:cNvPr id="35" name="Shape 27"/>
          <p:cNvSpPr/>
          <p:nvPr/>
        </p:nvSpPr>
        <p:spPr>
          <a:xfrm>
            <a:off x="6149340" y="4233672"/>
            <a:ext cx="2617470" cy="2011680"/>
          </a:xfrm>
          <a:prstGeom prst="roundRect">
            <a:avLst>
              <a:gd name="adj" fmla="val 3182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332220" y="4416552"/>
            <a:ext cx="420624" cy="420624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37" name="Image 6" descr="/tmp/claude-0/-home-claude/76cc79c9-98c1-5057-ae01-9a291e2e4661/scratchpad/freshhouse_deck/icons/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6901" y="4471233"/>
            <a:ext cx="311262" cy="31126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32220" y="4946904"/>
            <a:ext cx="2251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 &amp; hidden menus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6332220" y="5440680"/>
            <a:ext cx="225171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full system audit trail and hide specific menus per user role</a:t>
            </a:r>
            <a:endParaRPr lang="en-US" sz="930" dirty="0"/>
          </a:p>
        </p:txBody>
      </p:sp>
      <p:sp>
        <p:nvSpPr>
          <p:cNvPr id="40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41" name="Text 32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BACKEND  ·  REPORTING &amp; VISIBILITY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Report. Zero Exports.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taken in the app is stored in Odoo and available as a report instantly — no exports, no waiting.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30552"/>
            <a:ext cx="128016" cy="128016"/>
          </a:xfrm>
          <a:prstGeom prst="ellipse">
            <a:avLst/>
          </a:prstGeom>
          <a:solidFill>
            <a:srgbClr val="714B67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0848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Report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subscription tracked live — plan, dates, pricing, customer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130552"/>
            <a:ext cx="128016" cy="128016"/>
          </a:xfrm>
          <a:prstGeom prst="ellipse">
            <a:avLst/>
          </a:prstGeom>
          <a:solidFill>
            <a:srgbClr val="714B67"/>
          </a:solidFill>
          <a:ln/>
        </p:spPr>
      </p:sp>
      <p:sp>
        <p:nvSpPr>
          <p:cNvPr id="11" name="Text 9"/>
          <p:cNvSpPr/>
          <p:nvPr/>
        </p:nvSpPr>
        <p:spPr>
          <a:xfrm>
            <a:off x="3794760" y="20848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Report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66160" y="2450592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marks delivered → shows here instantly. See failures before customers complain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965960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30552"/>
            <a:ext cx="128016" cy="128016"/>
          </a:xfrm>
          <a:prstGeom prst="ellipse">
            <a:avLst/>
          </a:prstGeom>
          <a:solidFill>
            <a:srgbClr val="714B67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0848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 Calendar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2450592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meal selection made in the app, visible here for every customer, every day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69680" y="1965960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2130552"/>
            <a:ext cx="128016" cy="128016"/>
          </a:xfrm>
          <a:prstGeom prst="ellipse">
            <a:avLst/>
          </a:prstGeom>
          <a:solidFill>
            <a:srgbClr val="714B67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20848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Report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52560" y="2450592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plans are selling and which aren't — adjust strategy in minutes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3639312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803904"/>
            <a:ext cx="128016" cy="128016"/>
          </a:xfrm>
          <a:prstGeom prst="ellipse">
            <a:avLst/>
          </a:prstGeom>
          <a:solidFill>
            <a:srgbClr val="714B67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3758184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Report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4123944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revenue picture — which months, plans and segments are growing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83280" y="3639312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0" y="3803904"/>
            <a:ext cx="128016" cy="128016"/>
          </a:xfrm>
          <a:prstGeom prst="ellipse">
            <a:avLst/>
          </a:prstGeom>
          <a:solidFill>
            <a:srgbClr val="714B67"/>
          </a:solidFill>
          <a:ln/>
        </p:spPr>
      </p:sp>
      <p:sp>
        <p:nvSpPr>
          <p:cNvPr id="27" name="Text 25"/>
          <p:cNvSpPr/>
          <p:nvPr/>
        </p:nvSpPr>
        <p:spPr>
          <a:xfrm>
            <a:off x="3794760" y="3758184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 Report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566160" y="4123944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P&amp;L per customer — app promo discounts included and reconciled automatically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3639312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803904"/>
            <a:ext cx="128016" cy="128016"/>
          </a:xfrm>
          <a:prstGeom prst="ellipse">
            <a:avLst/>
          </a:prstGeom>
          <a:solidFill>
            <a:srgbClr val="714B67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758184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Subscriptions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09360" y="4123944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cards sent in the app create free subscription records automatically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869680" y="3639312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2560" y="3803904"/>
            <a:ext cx="128016" cy="128016"/>
          </a:xfrm>
          <a:prstGeom prst="ellipse">
            <a:avLst/>
          </a:prstGeom>
          <a:solidFill>
            <a:srgbClr val="714B67"/>
          </a:solidFill>
          <a:ln/>
        </p:spPr>
      </p:sp>
      <p:sp>
        <p:nvSpPr>
          <p:cNvPr id="35" name="Text 33"/>
          <p:cNvSpPr/>
          <p:nvPr/>
        </p:nvSpPr>
        <p:spPr>
          <a:xfrm>
            <a:off x="9281160" y="3758184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 Sticker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052560" y="4123944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app orders — print labels for every bag, no manual input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28282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TWO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App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tap, every selection, every order — instantly stored in Odoo. The app isn't just a frontend. It's a live data pipeline that runs the entire operation automatically.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9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sec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4983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A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onboarding 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4434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9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screens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89120" y="4983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A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synced to Odoo live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4434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9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955280" y="4983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A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entries needed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  ·  ONBOARDING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Impression That Converts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 sign-up kills conversions. This onboarding is under 60 seconds — and the moment a customer registers, their full profile is created in Odoo automatically.</a:t>
            </a:r>
            <a:endParaRPr lang="en-US" sz="1200" dirty="0"/>
          </a:p>
        </p:txBody>
      </p:sp>
      <p:pic>
        <p:nvPicPr>
          <p:cNvPr id="5" name="Image 0" descr="/tmp/claude-0/-home-claude/76cc79c9-98c1-5057-ae01-9a291e2e4661/scratchpad/freshhouse_deck/crops/onboarding_tripl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6309360" cy="31105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19659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Welcome Screen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the customer immediately — an Odoo profile is created on first app open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7223760" y="28803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Log In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 is tracked in Odoo — customer activity recorded from the very first tap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7223760" y="37947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Register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complete → Odoo customer record created automatically, instantly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  ·  PERSONALIZATION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 for Every Goal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get personalised recommendations are far more likely to subscribe. Every answer here is stored in Odoo — your team sees the customer's goals before ever speaking to them.</a:t>
            </a:r>
            <a:endParaRPr lang="en-US" sz="1200" dirty="0"/>
          </a:p>
        </p:txBody>
      </p:sp>
      <p:pic>
        <p:nvPicPr>
          <p:cNvPr id="5" name="Image 0" descr="/tmp/claude-0/-home-claude/76cc79c9-98c1-5057-ae01-9a291e2e4661/scratchpad/freshhouse_deck/crops/goals_tripl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6309360" cy="31105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19659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Personal Info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Odoo customer record — your team knows who they're talking to before they dial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7223760" y="28803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Body Metrics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data stored in the Odoo health profile — used to personalise every future interaction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7223760" y="37947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Primary Goal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saved in Odoo — informs plan recommendation and future upsell opportunities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  ·  MEAL CUSTOMIZATION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Meal. Their Macros.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customise their plan have significantly lower cancellation rates. Every macro adjustment is stored in Odoo — your kitchen knows exactly what to prepare.</a:t>
            </a:r>
            <a:endParaRPr lang="en-US" sz="1200" dirty="0"/>
          </a:p>
        </p:txBody>
      </p:sp>
      <p:pic>
        <p:nvPicPr>
          <p:cNvPr id="5" name="Image 0" descr="/tmp/claude-0/-home-claude/76cc79c9-98c1-5057-ae01-9a291e2e4661/scratchpad/freshhouse_deck/crops/macros_tripl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6309360" cy="31105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19659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Select a Plan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data pulled live from Odoo — a price change in Odoo is an instant update in the app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7223760" y="28803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Customize Plan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macro adjustment (protein / carbs) stored in the Odoo subscription record in real time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7223760" y="37947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Customize (cont.)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Customised meal counts sync to Odoo — the kitchen gets the exact right quantities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  ·  DAILY ENGAGEMENT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Them Opening the App Every Day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screen shows today's meals with calorie counts, delivery status and a weekly mini-calendar. Customers can browse the full menu, mark favourites, and see macro details per item.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6" name="Image 0" descr="/tmp/claude-0/-home-claude/76cc79c9-98c1-5057-ae01-9a291e2e4661/scratchpad/freshhouse_deck/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21685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1579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Dashboard &amp; Browse Menu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Home Dashboard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updates here the moment the driver marks it done in the Driver App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Browse Menu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pulled live from Odoo — update a meal in Odoo, it appears in the app immediately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309360" y="2103120"/>
            <a:ext cx="502920" cy="50292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11" name="Image 1" descr="/tmp/claude-0/-home-claude/76cc79c9-98c1-5057-ae01-9a291e2e4661/scratchpad/freshhouse_deck/icon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740" y="216850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21579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Favourites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309360" y="28803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Favourites tab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heart any meal to save it — view all favourites in one dedicated tab. Neither Feed Meals nor Freshhouse's current build has this today.</a:t>
            </a:r>
            <a:endParaRPr lang="en-US" sz="108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  ·  TRUST &amp; SELF-SERVICE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and Full Schedule Control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5" name="Image 0" descr="/tmp/claude-0/-home-claude/76cc79c9-98c1-5057-ae01-9a291e2e4661/scratchpad/freshhouse_deck/icon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66558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550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That Builds Trust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Meal Detail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list pulled from Odoo — update it once, every customer sees it immediately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640080" y="31546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Select Meal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meals controlled by Odoo — sold-out meals removed from the app automatically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02920" cy="50292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10" name="Image 1" descr="/tmp/claude-0/-home-claude/76cc79c9-98c1-5057-ae01-9a291e2e4661/scratchpad/freshhouse_deck/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740" y="1665580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0" y="16550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Schedule, Fully in Their Hands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309360" y="237744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Select Meal Day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saved to Odoo immediately — kitchen and driver see the update in real time</a:t>
            </a:r>
            <a:endParaRPr lang="en-US" sz="1080" dirty="0"/>
          </a:p>
        </p:txBody>
      </p:sp>
      <p:sp>
        <p:nvSpPr>
          <p:cNvPr id="13" name="Text 9"/>
          <p:cNvSpPr/>
          <p:nvPr/>
        </p:nvSpPr>
        <p:spPr>
          <a:xfrm>
            <a:off x="6309360" y="3035808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Meal Status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driven by Odoo — the moment your team updates an order, the app reflects it</a:t>
            </a:r>
            <a:endParaRPr lang="en-US" sz="1080" dirty="0"/>
          </a:p>
        </p:txBody>
      </p:sp>
      <p:sp>
        <p:nvSpPr>
          <p:cNvPr id="14" name="Text 10"/>
          <p:cNvSpPr/>
          <p:nvPr/>
        </p:nvSpPr>
        <p:spPr>
          <a:xfrm>
            <a:off x="6309360" y="3694176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Rate Your Meal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stored in Odoo meal-rating reports — use it to make better menu decisions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640080" y="5074920"/>
            <a:ext cx="10881360" cy="0"/>
          </a:xfrm>
          <a:prstGeom prst="line">
            <a:avLst/>
          </a:prstGeom>
          <a:noFill/>
          <a:ln w="12700">
            <a:solidFill>
              <a:srgbClr val="E4E2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5257800"/>
            <a:ext cx="457200" cy="457200"/>
          </a:xfrm>
          <a:prstGeom prst="ellipse">
            <a:avLst/>
          </a:prstGeom>
          <a:solidFill>
            <a:srgbClr val="3C6E52"/>
          </a:solidFill>
          <a:ln/>
        </p:spPr>
      </p:sp>
      <p:pic>
        <p:nvPicPr>
          <p:cNvPr id="17" name="Image 2" descr="/tmp/claude-0/-home-claude/76cc79c9-98c1-5057-ae01-9a291e2e4661/scratchpad/freshhouse_deck/icons/navig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5317236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43584" y="5230368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Meal, Right Place, Right Time: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location and time preferences set in the app save straight to Odoo — future orders automatically route to the new address, and the driver app shows the updated window instantly.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  ·  SELF-SERVICE &amp; REFERRAL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Control for Them. Zero Work for Your Team.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have full control — renew, freeze deliveries, customize the plan, switch delivery location, view payment history or send the plan as a digital gift card.</a:t>
            </a:r>
            <a:endParaRPr lang="en-US" sz="1200" dirty="0"/>
          </a:p>
        </p:txBody>
      </p:sp>
      <p:pic>
        <p:nvPicPr>
          <p:cNvPr id="5" name="Image 0" descr="/tmp/claude-0/-home-claude/76cc79c9-98c1-5057-ae01-9a291e2e4661/scratchpad/freshhouse_deck/crops/manageplan_tripl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6309360" cy="31105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201168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Manage Plan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data pulled from Odoo subscription — days remaining calculated in real time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7223760" y="306324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Edit Schedule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saved to Odoo instantly — Driver App shows the updated delivery plan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7223760" y="411480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Gift a Subscription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gift purchase triggers a new Odoo subscription for the recipient automatically — Freshhouse's lowest-cost acquisition channel, pure growth with zero admin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  ·  REVENUE EXPANSION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Revenue. Same Delivery.</a:t>
            </a:r>
            <a:endParaRPr lang="en-US" sz="2700" dirty="0"/>
          </a:p>
        </p:txBody>
      </p:sp>
      <p:pic>
        <p:nvPicPr>
          <p:cNvPr id="4" name="Image 0" descr="/tmp/claude-0/-home-claude/76cc79c9-98c1-5057-ae01-9a291e2e4661/scratchpad/freshhouse_deck/crops/checkout_tripl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103120"/>
            <a:ext cx="5120640" cy="25244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Add-ons at checkout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 increase average order value by 15–25%. Every add-on selected creates a line item in the Odoo subscription automatically</a:t>
            </a:r>
            <a:endParaRPr lang="en-US" sz="1080" dirty="0"/>
          </a:p>
        </p:txBody>
      </p:sp>
      <p:sp>
        <p:nvSpPr>
          <p:cNvPr id="6" name="Text 3"/>
          <p:cNvSpPr/>
          <p:nvPr/>
        </p:nvSpPr>
        <p:spPr>
          <a:xfrm>
            <a:off x="640080" y="269748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Marketplace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products by category — tote bags, coffee, granola, T-shirts and lifestyle items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Vouchers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and send gift cards for 10+ popular brands — Starbucks, Nike, Nahdi, Under Armour, Foot Locker and more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40080" y="5120640"/>
            <a:ext cx="5394960" cy="1188720"/>
          </a:xfrm>
          <a:prstGeom prst="roundRect">
            <a:avLst>
              <a:gd name="adj" fmla="val 5385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1206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purchase — marketplace item or voucher — creates an order line in Odoo automatically: tracked, invoiced and reported, with zero extra delivery cost.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  ·  RETENTION FEATURE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Feature That Makes Them Stay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a real dietitian is the top reason premium customers don't cancel. Every appointment booked in the app is logged in the Odoo customer record — your team is always prepared.</a:t>
            </a:r>
            <a:endParaRPr lang="en-US" sz="1200" dirty="0"/>
          </a:p>
        </p:txBody>
      </p:sp>
      <p:pic>
        <p:nvPicPr>
          <p:cNvPr id="5" name="Image 0" descr="/tmp/claude-0/-home-claude/76cc79c9-98c1-5057-ae01-9a291e2e4661/scratchpad/freshhouse_deck/crops/dietitian_tripl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6309360" cy="31105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21031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 Dietitian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available dietitians, view their specialty and book a time slot instantly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7223760" y="30175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Health Profile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health goals, allergies, favourite meals, dietary preferences and personal details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7223760" y="39319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Complete Profile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prompt completes missing profile sections and tracks completion percentage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  ·  LOYALTY &amp; RETENTION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That Lives in the App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reward points have significantly higher renewal rates. Wallet balance and points are calculated in Odoo — the app always shows the live, accurate figure.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441448"/>
            <a:ext cx="621792" cy="621792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7" name="Image 0" descr="/tmp/claude-0/-home-claude/76cc79c9-98c1-5057-ae01-9a291e2e4661/scratchpad/freshhouse_deck/icon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521" y="2522281"/>
            <a:ext cx="460126" cy="4601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2004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&amp; Wallet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32688" y="3657600"/>
            <a:ext cx="28437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wallet balance and reward points, plus links to all account settings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1688" y="214884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54296" y="2441448"/>
            <a:ext cx="621792" cy="621792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2" name="Image 1" descr="/tmp/claude-0/-home-claude/76cc79c9-98c1-5057-ae01-9a291e2e4661/scratchpad/freshhouse_deck/icons/b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129" y="2522281"/>
            <a:ext cx="460126" cy="4601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4296" y="32004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54296" y="3657600"/>
            <a:ext cx="28437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from Odoo appear here with title, message and timestamp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83296" y="214884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75904" y="2441448"/>
            <a:ext cx="621792" cy="621792"/>
          </a:xfrm>
          <a:prstGeom prst="ellipse">
            <a:avLst/>
          </a:prstGeom>
          <a:solidFill>
            <a:srgbClr val="3C6E52"/>
          </a:solidFill>
          <a:ln/>
        </p:spPr>
      </p:sp>
      <p:pic>
        <p:nvPicPr>
          <p:cNvPr id="17" name="Image 2" descr="/tmp/claude-0/-home-claude/76cc79c9-98c1-5057-ae01-9a291e2e4661/scratchpad/freshhouse_deck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737" y="2522281"/>
            <a:ext cx="460126" cy="4601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5904" y="32004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75904" y="3657600"/>
            <a:ext cx="28437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English and Arabic — the entire app interface updates immediately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  ·  SUPPORT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Resolved. Customers Retained.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can resolve issues without calling your team are far less likely to cancel. Every ticket raised in the app creates an Odoo record instantly — with full order context attached.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441448"/>
            <a:ext cx="621792" cy="621792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7" name="Image 0" descr="/tmp/claude-0/-home-claude/76cc79c9-98c1-5057-ae01-9a291e2e4661/scratchpad/freshhouse_deck/icons/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521" y="2522281"/>
            <a:ext cx="460126" cy="4601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2004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&amp; Support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32688" y="3657600"/>
            <a:ext cx="28437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help-centre articles, raise a new issue, or view and manage existing tickets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1688" y="214884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54296" y="2441448"/>
            <a:ext cx="621792" cy="621792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2" name="Image 1" descr="/tmp/claude-0/-home-claude/76cc79c9-98c1-5057-ae01-9a291e2e4661/scratchpad/freshhouse_deck/icons/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129" y="2522281"/>
            <a:ext cx="460126" cy="4601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4296" y="32004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an Issue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54296" y="3657600"/>
            <a:ext cx="28437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issue type, link to an order, describe the problem and upload a photo, then submit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83296" y="214884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75904" y="2441448"/>
            <a:ext cx="621792" cy="621792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7" name="Image 2" descr="/tmp/claude-0/-home-claude/76cc79c9-98c1-5057-ae01-9a291e2e4661/scratchpad/freshhouse_deck/icons/checksqu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737" y="2522281"/>
            <a:ext cx="460126" cy="4601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5904" y="32004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Tickets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75904" y="3657600"/>
            <a:ext cx="28437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Active and Closed tickets with status — In Progress, Investigating or Resolved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THREE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App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see only their orders. Mark a delivery done — it updates Odoo and the customer's app simultaneously. No calls, no manual logs, no late surprises.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9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8529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A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per shift tracked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51960" y="23317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9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251960" y="28529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A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update on each tap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0" y="23317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9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863840" y="28529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A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dispatch calls</a:t>
            </a:r>
            <a:endParaRPr lang="en-US" sz="1050" dirty="0"/>
          </a:p>
        </p:txBody>
      </p:sp>
      <p:pic>
        <p:nvPicPr>
          <p:cNvPr id="11" name="Image 0" descr="/tmp/claude-0/-home-claude/76cc79c9-98c1-5057-ae01-9a291e2e4661/scratchpad/freshhouse_deck/crops/driver_tripl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5556" y="3337560"/>
            <a:ext cx="5577840" cy="274987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  ·  DELIVERY EXECUTION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Drivers Deliver. Odoo Tracks. You Know.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App is a live extension of Odoo. Every order the driver sees was assigned in Odoo. Every status tap — delivered or not — updates Odoo and the customer's app simultaneously.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35000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C9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96112" y="292608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Login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3383280"/>
            <a:ext cx="29169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credentials are managed in Odoo — access can be revoked instantly from admin if needed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214884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35000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C9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17720" y="292608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Orders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17720" y="3383280"/>
            <a:ext cx="29169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selection filters Odoo orders for that driver — only their assigned area appears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3296" y="214884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FAFAFA"/>
          </a:solidFill>
          <a:ln w="12700">
            <a:solidFill>
              <a:srgbClr val="E4E2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235000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C9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39328" y="2926080"/>
            <a:ext cx="2916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Assigned Orders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39328" y="3383280"/>
            <a:ext cx="29169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tap → Odoo updates instantly → customer app shows delivery confirmed in real time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IN ONE SLIDE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Straight From Today's Audit: Gap → Fix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384048"/>
          </a:xfrm>
          <a:prstGeom prst="roundRect">
            <a:avLst>
              <a:gd name="adj" fmla="val 9524"/>
            </a:avLst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FRESHHOUSE GAP (FROM OUR AUDIT)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FIX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55648"/>
            <a:ext cx="10881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5564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A8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features hidden behind a mandatory login — guests see nothing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6309360" y="175564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content configured directly in Odoo — no dev cycle to change what a guest sees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640080" y="2350008"/>
            <a:ext cx="10881360" cy="594360"/>
          </a:xfrm>
          <a:prstGeom prst="rect">
            <a:avLst/>
          </a:prstGeom>
          <a:solidFill>
            <a:srgbClr val="FAFAFA"/>
          </a:solidFill>
          <a:ln w="9525">
            <a:solidFill>
              <a:srgbClr val="E4E2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5000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A8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conflicting promo codes live at once (23% vs 13%)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6309360" y="235000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promo engine, one lifecycle (Draft → Active → Expired), enforced centrally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40080" y="2944368"/>
            <a:ext cx="10881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4436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A8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promo pop-up fired five times in one session, even mid-checkout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6309360" y="294436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composed and scheduled centrally in Odoo, not ad-hoc in the app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40080" y="3538728"/>
            <a:ext cx="10881360" cy="594360"/>
          </a:xfrm>
          <a:prstGeom prst="rect">
            <a:avLst/>
          </a:prstGeom>
          <a:solidFill>
            <a:srgbClr val="FAFAFA"/>
          </a:solidFill>
          <a:ln w="9525">
            <a:solidFill>
              <a:srgbClr val="E4E2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3872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A8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Order shows “no branches” while dietitian booking lists real ones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6309360" y="353872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district/branch data source powers both — no more mismatched data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40080" y="4133088"/>
            <a:ext cx="10881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3308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A8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Login screen is a dead end (back arrow doesn't return to the menu)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6309360" y="413308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navigation and account layer, built on the same data model throughout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640080" y="4727448"/>
            <a:ext cx="10881360" cy="594360"/>
          </a:xfrm>
          <a:prstGeom prst="rect">
            <a:avLst/>
          </a:prstGeom>
          <a:solidFill>
            <a:srgbClr val="FAFAFA"/>
          </a:solidFill>
          <a:ln w="9525">
            <a:solidFill>
              <a:srgbClr val="E4E2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2744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A8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 — ops can't see deliveries, sales or complaints live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6309360" y="472744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Centre: every order, delivery and rating live the instant it happens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640080" y="5321808"/>
            <a:ext cx="10881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32180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A8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to re-engage guests who browse but don't convert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6309360" y="532180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push notifications composed and sent straight from Odoo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640080" y="5916168"/>
            <a:ext cx="10881360" cy="594360"/>
          </a:xfrm>
          <a:prstGeom prst="rect">
            <a:avLst/>
          </a:prstGeom>
          <a:solidFill>
            <a:srgbClr val="FAFAFA"/>
          </a:solidFill>
          <a:ln w="9525">
            <a:solidFill>
              <a:srgbClr val="E4E2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91616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A8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admin for plan changes, pricing updates, promo entry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6309360" y="591616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made once in Odoo — instantly live in the app, zero re-entry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DEAL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Freshhouse. Why Code-Ox. Why Now.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28282C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258568"/>
            <a:ext cx="685800" cy="685800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6" name="Image 0" descr="/tmp/claude-0/-home-claude/76cc79c9-98c1-5057-ae01-9a291e2e4661/scratchpad/freshhouse_deck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842" y="2347722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3154680"/>
            <a:ext cx="2843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migration risk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32688" y="3886200"/>
            <a:ext cx="2843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4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Freshhouse already runs Odoo. We're not asking them to adopt a new ERP — we're extending the platform they already trust and already pay for.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1688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28282C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54296" y="2258568"/>
            <a:ext cx="685800" cy="685800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1" name="Image 1" descr="/tmp/claude-0/-home-claude/76cc79c9-98c1-5057-ae01-9a291e2e4661/scratchpad/freshhouse_deck/icons/a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2347722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4296" y="3154680"/>
            <a:ext cx="2843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proven pattern, already shipped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54296" y="3886200"/>
            <a:ext cx="2843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4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connected pattern is already built into Feed Meals and Planet Zero — Code-Ox's own apps. This isn't a concept deck, it's shipped work.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83296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28282C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75904" y="2258568"/>
            <a:ext cx="685800" cy="685800"/>
          </a:xfrm>
          <a:prstGeom prst="ellipse">
            <a:avLst/>
          </a:prstGeom>
          <a:solidFill>
            <a:srgbClr val="714B67"/>
          </a:solidFill>
          <a:ln/>
        </p:spPr>
      </p:sp>
      <p:pic>
        <p:nvPicPr>
          <p:cNvPr id="16" name="Image 2" descr="/tmp/claude-0/-home-claude/76cc79c9-98c1-5057-ae01-9a291e2e4661/scratchpad/freshhouse_deck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058" y="2347722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5904" y="3154680"/>
            <a:ext cx="28437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demoable ROI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75904" y="3886200"/>
            <a:ext cx="2843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4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guest-funnel fix alone — surfacing what's already built — is a contained, fast-to-scope project. An easy first win that proves the partnership.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14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SALES TEAM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They Push Back, Say This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896112"/>
          </a:xfrm>
          <a:prstGeom prst="rect">
            <a:avLst/>
          </a:prstGeom>
          <a:solidFill>
            <a:srgbClr val="FAFAFA"/>
          </a:solidFill>
          <a:ln w="9525">
            <a:solidFill>
              <a:srgbClr val="E4E2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023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i="1" dirty="0">
                <a:solidFill>
                  <a:srgbClr val="714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already have an app, why do we need this?”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166360" y="1600200"/>
            <a:ext cx="5943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new app — it's the connected backend your current app is missing. Nothing changes for your customers except that it finally runs without manual effort behind the scenes.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108813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2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96312"/>
            <a:ext cx="4023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i="1" dirty="0">
                <a:solidFill>
                  <a:srgbClr val="714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already use Odoo for other things.”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66360" y="2496312"/>
            <a:ext cx="5943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better — this is a purpose-built module on the same platform. There's no new system for your team to learn.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392424"/>
            <a:ext cx="10881360" cy="896112"/>
          </a:xfrm>
          <a:prstGeom prst="rect">
            <a:avLst/>
          </a:prstGeom>
          <a:solidFill>
            <a:srgbClr val="FAFAFA"/>
          </a:solidFill>
          <a:ln w="9525">
            <a:solidFill>
              <a:srgbClr val="E4E2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92424"/>
            <a:ext cx="4023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i="1" dirty="0">
                <a:solidFill>
                  <a:srgbClr val="714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“Our app already has plans and pricing.”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66360" y="3392424"/>
            <a:ext cx="5943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does, and it's good. The problem isn't the product — it's that it's hidden behind a login wall. We fix the funnel, not rebuild the app.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288536"/>
            <a:ext cx="108813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2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88536"/>
            <a:ext cx="4023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i="1" dirty="0">
                <a:solidFill>
                  <a:srgbClr val="714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long would this take?”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66360" y="4288536"/>
            <a:ext cx="5943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scope a contained first phase — the guest-funnel and promo-engine fix — in days, not months, to prove the model before a full build.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184648"/>
            <a:ext cx="10881360" cy="896112"/>
          </a:xfrm>
          <a:prstGeom prst="rect">
            <a:avLst/>
          </a:prstGeom>
          <a:solidFill>
            <a:srgbClr val="FAFAFA"/>
          </a:solidFill>
          <a:ln w="9525">
            <a:solidFill>
              <a:srgbClr val="E4E2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84648"/>
            <a:ext cx="4023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i="1" dirty="0">
                <a:solidFill>
                  <a:srgbClr val="714B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“What's the risk?”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66360" y="5184648"/>
            <a:ext cx="5943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8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Low. We're not replacing their ERP or their app — we're connecting what already exists, incrementally, starting with the highest-ROI gaps.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INTERNAL SALES ENABLEMENT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8282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Pitch It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the guest-flow finding — it's concrete and easy to demo live. Walk the gap-to-fix table. Close by proposing a short discovery sprint on the guest-checkout and promo-engine fix, backed by a live demo of the Command Centre and Customer App.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8503920" cy="1188720"/>
          </a:xfrm>
          <a:prstGeom prst="roundRect">
            <a:avLst>
              <a:gd name="adj" fmla="val 6154"/>
            </a:avLst>
          </a:prstGeom>
          <a:solidFill>
            <a:srgbClr val="714B6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16052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30-minute working session with Freshhouse's ops + tech lead to scope the guest-funnel fix as a first, fast win.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Diet Management System  ·  Developed by Code-Ox Technologies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2026-09-22T06:23:54Z</dcterms:created>
  <dcterms:modified xsi:type="dcterms:W3CDTF">2026-09-22T06:23:54Z</dcterms:modified>
</cp:coreProperties>
</file>